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2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luveru Srija" userId="027d6e3c71393ffa" providerId="LiveId" clId="{7486DA83-678C-430B-90D9-BDA3F311B2A7}"/>
    <pc:docChg chg="undo custSel addSld delSld modSld sldOrd">
      <pc:chgData name="Chiluveru Srija" userId="027d6e3c71393ffa" providerId="LiveId" clId="{7486DA83-678C-430B-90D9-BDA3F311B2A7}" dt="2026-08-02T08:12:00.253" v="61" actId="22"/>
      <pc:docMkLst>
        <pc:docMk/>
      </pc:docMkLst>
      <pc:sldChg chg="delSp del mod">
        <pc:chgData name="Chiluveru Srija" userId="027d6e3c71393ffa" providerId="LiveId" clId="{7486DA83-678C-430B-90D9-BDA3F311B2A7}" dt="2026-08-02T07:30:43.687" v="44" actId="47"/>
        <pc:sldMkLst>
          <pc:docMk/>
          <pc:sldMk cId="2684535445" sldId="257"/>
        </pc:sldMkLst>
        <pc:picChg chg="del">
          <ac:chgData name="Chiluveru Srija" userId="027d6e3c71393ffa" providerId="LiveId" clId="{7486DA83-678C-430B-90D9-BDA3F311B2A7}" dt="2026-08-02T06:42:28.314" v="9" actId="478"/>
          <ac:picMkLst>
            <pc:docMk/>
            <pc:sldMk cId="2684535445" sldId="257"/>
            <ac:picMk id="5" creationId="{8EEC1339-9911-4C50-E01C-78C591F55891}"/>
          </ac:picMkLst>
        </pc:picChg>
      </pc:sldChg>
      <pc:sldChg chg="addSp delSp modSp del mod ord">
        <pc:chgData name="Chiluveru Srija" userId="027d6e3c71393ffa" providerId="LiveId" clId="{7486DA83-678C-430B-90D9-BDA3F311B2A7}" dt="2026-08-02T07:12:04.726" v="19" actId="47"/>
        <pc:sldMkLst>
          <pc:docMk/>
          <pc:sldMk cId="2682545083" sldId="258"/>
        </pc:sldMkLst>
        <pc:spChg chg="add del">
          <ac:chgData name="Chiluveru Srija" userId="027d6e3c71393ffa" providerId="LiveId" clId="{7486DA83-678C-430B-90D9-BDA3F311B2A7}" dt="2026-08-02T07:03:25.802" v="14" actId="22"/>
          <ac:spMkLst>
            <pc:docMk/>
            <pc:sldMk cId="2682545083" sldId="258"/>
            <ac:spMk id="6" creationId="{F949E72F-F3C4-EC94-5A18-DAF247A0FF5E}"/>
          </ac:spMkLst>
        </pc:spChg>
        <pc:picChg chg="add mod">
          <ac:chgData name="Chiluveru Srija" userId="027d6e3c71393ffa" providerId="LiveId" clId="{7486DA83-678C-430B-90D9-BDA3F311B2A7}" dt="2026-08-02T07:05:38.652" v="17" actId="14100"/>
          <ac:picMkLst>
            <pc:docMk/>
            <pc:sldMk cId="2682545083" sldId="258"/>
            <ac:picMk id="5" creationId="{2A75F790-AEC3-78FA-C04D-BD76D6C66967}"/>
          </ac:picMkLst>
        </pc:picChg>
        <pc:picChg chg="del">
          <ac:chgData name="Chiluveru Srija" userId="027d6e3c71393ffa" providerId="LiveId" clId="{7486DA83-678C-430B-90D9-BDA3F311B2A7}" dt="2026-08-02T06:42:36.411" v="12" actId="478"/>
          <ac:picMkLst>
            <pc:docMk/>
            <pc:sldMk cId="2682545083" sldId="258"/>
            <ac:picMk id="5" creationId="{D440720C-8B7F-4952-4D3F-8963CB58913B}"/>
          </ac:picMkLst>
        </pc:picChg>
      </pc:sldChg>
      <pc:sldChg chg="add del">
        <pc:chgData name="Chiluveru Srija" userId="027d6e3c71393ffa" providerId="LiveId" clId="{7486DA83-678C-430B-90D9-BDA3F311B2A7}" dt="2026-08-02T07:34:23.995" v="55" actId="47"/>
        <pc:sldMkLst>
          <pc:docMk/>
          <pc:sldMk cId="3232691686" sldId="259"/>
        </pc:sldMkLst>
      </pc:sldChg>
      <pc:sldChg chg="del">
        <pc:chgData name="Chiluveru Srija" userId="027d6e3c71393ffa" providerId="LiveId" clId="{7486DA83-678C-430B-90D9-BDA3F311B2A7}" dt="2026-08-02T07:30:47.513" v="46" actId="47"/>
        <pc:sldMkLst>
          <pc:docMk/>
          <pc:sldMk cId="3279891245" sldId="261"/>
        </pc:sldMkLst>
      </pc:sldChg>
      <pc:sldChg chg="del">
        <pc:chgData name="Chiluveru Srija" userId="027d6e3c71393ffa" providerId="LiveId" clId="{7486DA83-678C-430B-90D9-BDA3F311B2A7}" dt="2026-08-02T07:30:47.141" v="45" actId="47"/>
        <pc:sldMkLst>
          <pc:docMk/>
          <pc:sldMk cId="3890884047" sldId="265"/>
        </pc:sldMkLst>
      </pc:sldChg>
      <pc:sldChg chg="addSp delSp mod">
        <pc:chgData name="Chiluveru Srija" userId="027d6e3c71393ffa" providerId="LiveId" clId="{7486DA83-678C-430B-90D9-BDA3F311B2A7}" dt="2026-08-02T08:12:00.253" v="61" actId="22"/>
        <pc:sldMkLst>
          <pc:docMk/>
          <pc:sldMk cId="2461678277" sldId="267"/>
        </pc:sldMkLst>
        <pc:picChg chg="del">
          <ac:chgData name="Chiluveru Srija" userId="027d6e3c71393ffa" providerId="LiveId" clId="{7486DA83-678C-430B-90D9-BDA3F311B2A7}" dt="2026-08-02T08:11:59.698" v="60" actId="478"/>
          <ac:picMkLst>
            <pc:docMk/>
            <pc:sldMk cId="2461678277" sldId="267"/>
            <ac:picMk id="5" creationId="{1375A5FA-4060-CC14-BEB7-4DE749777140}"/>
          </ac:picMkLst>
        </pc:picChg>
        <pc:picChg chg="add">
          <ac:chgData name="Chiluveru Srija" userId="027d6e3c71393ffa" providerId="LiveId" clId="{7486DA83-678C-430B-90D9-BDA3F311B2A7}" dt="2026-08-02T08:12:00.253" v="61" actId="22"/>
          <ac:picMkLst>
            <pc:docMk/>
            <pc:sldMk cId="2461678277" sldId="267"/>
            <ac:picMk id="6" creationId="{2958C978-E1BE-3A79-B6A5-6EDCEA48ECB8}"/>
          </ac:picMkLst>
        </pc:picChg>
      </pc:sldChg>
      <pc:sldChg chg="addSp new add del mod ord">
        <pc:chgData name="Chiluveru Srija" userId="027d6e3c71393ffa" providerId="LiveId" clId="{7486DA83-678C-430B-90D9-BDA3F311B2A7}" dt="2026-08-02T07:34:19.598" v="54" actId="47"/>
        <pc:sldMkLst>
          <pc:docMk/>
          <pc:sldMk cId="3269770919" sldId="268"/>
        </pc:sldMkLst>
        <pc:picChg chg="add">
          <ac:chgData name="Chiluveru Srija" userId="027d6e3c71393ffa" providerId="LiveId" clId="{7486DA83-678C-430B-90D9-BDA3F311B2A7}" dt="2026-08-02T06:42:22.031" v="8" actId="22"/>
          <ac:picMkLst>
            <pc:docMk/>
            <pc:sldMk cId="3269770919" sldId="268"/>
            <ac:picMk id="5" creationId="{4FA12A63-2993-5832-C548-7DB0B69D49BC}"/>
          </ac:picMkLst>
        </pc:picChg>
      </pc:sldChg>
      <pc:sldChg chg="addSp delSp modSp new mod">
        <pc:chgData name="Chiluveru Srija" userId="027d6e3c71393ffa" providerId="LiveId" clId="{7486DA83-678C-430B-90D9-BDA3F311B2A7}" dt="2026-08-02T07:13:42.139" v="25" actId="14100"/>
        <pc:sldMkLst>
          <pc:docMk/>
          <pc:sldMk cId="3512167699" sldId="269"/>
        </pc:sldMkLst>
        <pc:picChg chg="add del">
          <ac:chgData name="Chiluveru Srija" userId="027d6e3c71393ffa" providerId="LiveId" clId="{7486DA83-678C-430B-90D9-BDA3F311B2A7}" dt="2026-08-02T07:13:32.707" v="21" actId="478"/>
          <ac:picMkLst>
            <pc:docMk/>
            <pc:sldMk cId="3512167699" sldId="269"/>
            <ac:picMk id="5" creationId="{AF5AEF64-334D-0541-05C0-EFC46D6A6840}"/>
          </ac:picMkLst>
        </pc:picChg>
        <pc:picChg chg="add mod">
          <ac:chgData name="Chiluveru Srija" userId="027d6e3c71393ffa" providerId="LiveId" clId="{7486DA83-678C-430B-90D9-BDA3F311B2A7}" dt="2026-08-02T07:13:42.139" v="25" actId="14100"/>
          <ac:picMkLst>
            <pc:docMk/>
            <pc:sldMk cId="3512167699" sldId="269"/>
            <ac:picMk id="7" creationId="{4D9187CF-C24B-30A4-B816-4DF3E7E1AD10}"/>
          </ac:picMkLst>
        </pc:picChg>
      </pc:sldChg>
      <pc:sldChg chg="addSp delSp new mod ord">
        <pc:chgData name="Chiluveru Srija" userId="027d6e3c71393ffa" providerId="LiveId" clId="{7486DA83-678C-430B-90D9-BDA3F311B2A7}" dt="2026-08-02T07:47:15.022" v="59" actId="22"/>
        <pc:sldMkLst>
          <pc:docMk/>
          <pc:sldMk cId="1391506853" sldId="270"/>
        </pc:sldMkLst>
        <pc:picChg chg="add del">
          <ac:chgData name="Chiluveru Srija" userId="027d6e3c71393ffa" providerId="LiveId" clId="{7486DA83-678C-430B-90D9-BDA3F311B2A7}" dt="2026-08-02T07:47:14.310" v="58" actId="478"/>
          <ac:picMkLst>
            <pc:docMk/>
            <pc:sldMk cId="1391506853" sldId="270"/>
            <ac:picMk id="7" creationId="{AA0F6D37-98C8-DF92-A588-8B30C6BA861E}"/>
          </ac:picMkLst>
        </pc:picChg>
        <pc:picChg chg="add">
          <ac:chgData name="Chiluveru Srija" userId="027d6e3c71393ffa" providerId="LiveId" clId="{7486DA83-678C-430B-90D9-BDA3F311B2A7}" dt="2026-08-02T07:47:15.022" v="59" actId="22"/>
          <ac:picMkLst>
            <pc:docMk/>
            <pc:sldMk cId="1391506853" sldId="270"/>
            <ac:picMk id="9" creationId="{918C6BB6-8F06-B094-C0F6-C3BA26CCA989}"/>
          </ac:picMkLst>
        </pc:picChg>
      </pc:sldChg>
      <pc:sldChg chg="addSp delSp new mod">
        <pc:chgData name="Chiluveru Srija" userId="027d6e3c71393ffa" providerId="LiveId" clId="{7486DA83-678C-430B-90D9-BDA3F311B2A7}" dt="2026-08-02T07:34:28.147" v="57" actId="22"/>
        <pc:sldMkLst>
          <pc:docMk/>
          <pc:sldMk cId="3265247412" sldId="271"/>
        </pc:sldMkLst>
        <pc:picChg chg="add del">
          <ac:chgData name="Chiluveru Srija" userId="027d6e3c71393ffa" providerId="LiveId" clId="{7486DA83-678C-430B-90D9-BDA3F311B2A7}" dt="2026-08-02T07:34:27.530" v="56" actId="478"/>
          <ac:picMkLst>
            <pc:docMk/>
            <pc:sldMk cId="3265247412" sldId="271"/>
            <ac:picMk id="5" creationId="{A3030B9B-E5A8-EC82-B451-99FDEE26A824}"/>
          </ac:picMkLst>
        </pc:picChg>
        <pc:picChg chg="add del">
          <ac:chgData name="Chiluveru Srija" userId="027d6e3c71393ffa" providerId="LiveId" clId="{7486DA83-678C-430B-90D9-BDA3F311B2A7}" dt="2026-08-02T07:34:16.885" v="52" actId="22"/>
          <ac:picMkLst>
            <pc:docMk/>
            <pc:sldMk cId="3265247412" sldId="271"/>
            <ac:picMk id="7" creationId="{27B19092-887C-DC09-AB62-AF49F645092E}"/>
          </ac:picMkLst>
        </pc:picChg>
        <pc:picChg chg="add">
          <ac:chgData name="Chiluveru Srija" userId="027d6e3c71393ffa" providerId="LiveId" clId="{7486DA83-678C-430B-90D9-BDA3F311B2A7}" dt="2026-08-02T07:34:28.147" v="57" actId="22"/>
          <ac:picMkLst>
            <pc:docMk/>
            <pc:sldMk cId="3265247412" sldId="271"/>
            <ac:picMk id="9" creationId="{664EFDCE-A071-7AB4-1C25-180E3E7008AC}"/>
          </ac:picMkLst>
        </pc:picChg>
      </pc:sldChg>
      <pc:sldChg chg="addSp modSp new mod">
        <pc:chgData name="Chiluveru Srija" userId="027d6e3c71393ffa" providerId="LiveId" clId="{7486DA83-678C-430B-90D9-BDA3F311B2A7}" dt="2026-08-02T07:24:58.326" v="35" actId="14100"/>
        <pc:sldMkLst>
          <pc:docMk/>
          <pc:sldMk cId="1761211266" sldId="272"/>
        </pc:sldMkLst>
        <pc:picChg chg="add mod">
          <ac:chgData name="Chiluveru Srija" userId="027d6e3c71393ffa" providerId="LiveId" clId="{7486DA83-678C-430B-90D9-BDA3F311B2A7}" dt="2026-08-02T07:24:58.326" v="35" actId="14100"/>
          <ac:picMkLst>
            <pc:docMk/>
            <pc:sldMk cId="1761211266" sldId="272"/>
            <ac:picMk id="6" creationId="{AFE7DF3E-7F8A-0E37-7D35-B441342B621F}"/>
          </ac:picMkLst>
        </pc:picChg>
      </pc:sldChg>
      <pc:sldChg chg="new del">
        <pc:chgData name="Chiluveru Srija" userId="027d6e3c71393ffa" providerId="LiveId" clId="{7486DA83-678C-430B-90D9-BDA3F311B2A7}" dt="2026-08-02T07:27:02.974" v="37" actId="47"/>
        <pc:sldMkLst>
          <pc:docMk/>
          <pc:sldMk cId="1417442223" sldId="273"/>
        </pc:sldMkLst>
      </pc:sldChg>
      <pc:sldChg chg="addSp modSp new mod ord">
        <pc:chgData name="Chiluveru Srija" userId="027d6e3c71393ffa" providerId="LiveId" clId="{7486DA83-678C-430B-90D9-BDA3F311B2A7}" dt="2026-08-02T07:30:03.281" v="43" actId="14100"/>
        <pc:sldMkLst>
          <pc:docMk/>
          <pc:sldMk cId="4246920019" sldId="273"/>
        </pc:sldMkLst>
        <pc:picChg chg="add mod">
          <ac:chgData name="Chiluveru Srija" userId="027d6e3c71393ffa" providerId="LiveId" clId="{7486DA83-678C-430B-90D9-BDA3F311B2A7}" dt="2026-08-02T07:30:03.281" v="43" actId="14100"/>
          <ac:picMkLst>
            <pc:docMk/>
            <pc:sldMk cId="4246920019" sldId="273"/>
            <ac:picMk id="6" creationId="{78868CEC-0744-E99C-6F88-45BDC6A4796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D0076-7471-4057-92E3-3B66373B3DE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92CD5-4999-4969-9F21-79B82B42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3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15128" y="1397977"/>
            <a:ext cx="8361229" cy="3007447"/>
          </a:xfrm>
        </p:spPr>
        <p:txBody>
          <a:bodyPr anchor="ctr" anchorCtr="0">
            <a:noAutofit/>
          </a:bodyPr>
          <a:lstStyle>
            <a:lvl1pPr algn="ctr">
              <a:defRPr sz="66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4475023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295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Second Option">
    <p:bg bwMode="grayWhite">
      <p:bgPr>
        <a:gradFill flip="none" rotWithShape="1">
          <a:gsLst>
            <a:gs pos="0">
              <a:schemeClr val="tx2">
                <a:lumMod val="50000"/>
              </a:schemeClr>
            </a:gs>
            <a:gs pos="34000">
              <a:schemeClr val="tx2"/>
            </a:gs>
            <a:gs pos="66000">
              <a:schemeClr val="tx2">
                <a:lumMod val="75000"/>
              </a:schemeClr>
            </a:gs>
            <a:gs pos="97000">
              <a:schemeClr val="tx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-Shape 9">
            <a:extLst>
              <a:ext uri="{FF2B5EF4-FFF2-40B4-BE49-F238E27FC236}">
                <a16:creationId xmlns:a16="http://schemas.microsoft.com/office/drawing/2014/main" id="{13412040-642F-40C5-8AB5-C0E8D41B481B}"/>
              </a:ext>
            </a:extLst>
          </p:cNvPr>
          <p:cNvSpPr/>
          <p:nvPr userDrawn="1"/>
        </p:nvSpPr>
        <p:spPr>
          <a:xfrm flipV="1">
            <a:off x="870090" y="709300"/>
            <a:ext cx="2772000" cy="2772000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 title="Side bar">
            <a:extLst>
              <a:ext uri="{FF2B5EF4-FFF2-40B4-BE49-F238E27FC236}">
                <a16:creationId xmlns:a16="http://schemas.microsoft.com/office/drawing/2014/main" id="{BADD331D-DA8D-4D47-A2BB-F4875FDB16A4}"/>
              </a:ext>
            </a:extLst>
          </p:cNvPr>
          <p:cNvSpPr/>
          <p:nvPr userDrawn="1"/>
        </p:nvSpPr>
        <p:spPr>
          <a:xfrm rot="5400000">
            <a:off x="5791174" y="457175"/>
            <a:ext cx="609651" cy="1219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97977" y="1151796"/>
            <a:ext cx="9504485" cy="3007447"/>
          </a:xfrm>
        </p:spPr>
        <p:txBody>
          <a:bodyPr anchor="ctr" anchorCtr="0">
            <a:noAutofit/>
          </a:bodyPr>
          <a:lstStyle>
            <a:lvl1pPr algn="ctr">
              <a:defRPr sz="6600" cap="none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7977" y="4897053"/>
            <a:ext cx="950448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8/2/2026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68D376A1-CC76-4C90-B2CF-F89EA13E7942}"/>
              </a:ext>
            </a:extLst>
          </p:cNvPr>
          <p:cNvSpPr/>
          <p:nvPr userDrawn="1"/>
        </p:nvSpPr>
        <p:spPr>
          <a:xfrm rot="10800000" flipV="1">
            <a:off x="8549910" y="1820273"/>
            <a:ext cx="2772000" cy="2772000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3007448"/>
          </a:xfrm>
          <a:prstGeom prst="corner">
            <a:avLst>
              <a:gd name="adj1" fmla="val 6089"/>
              <a:gd name="adj2" fmla="val 676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7" y="1685653"/>
            <a:ext cx="3152309" cy="3007448"/>
          </a:xfrm>
          <a:prstGeom prst="corner">
            <a:avLst>
              <a:gd name="adj1" fmla="val 6089"/>
              <a:gd name="adj2" fmla="val 644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502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720213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84671"/>
            <a:ext cx="9601200" cy="438272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94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and Pictur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222C1B9-FA56-4CEA-AD98-25A595D942F8}"/>
              </a:ext>
            </a:extLst>
          </p:cNvPr>
          <p:cNvSpPr/>
          <p:nvPr userDrawn="1"/>
        </p:nvSpPr>
        <p:spPr bwMode="white">
          <a:xfrm>
            <a:off x="7040199" y="564425"/>
            <a:ext cx="4356000" cy="4464000"/>
          </a:xfrm>
          <a:prstGeom prst="ellipse">
            <a:avLst/>
          </a:prstGeom>
          <a:noFill/>
          <a:ln w="123825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8/2/2026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86B981-6A78-425B-97A2-BA24E40DB7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5761" y="670570"/>
            <a:ext cx="4151312" cy="4248000"/>
          </a:xfrm>
          <a:prstGeom prst="ellipse">
            <a:avLst/>
          </a:prstGeom>
          <a:ln w="38100">
            <a:solidFill>
              <a:schemeClr val="bg2"/>
            </a:solidFill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A21C7D74-31FD-4638-819B-6F7351A1770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47294" y="5188236"/>
            <a:ext cx="4858459" cy="1126906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 marL="0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1pPr>
            <a:lvl2pPr marL="530352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2pPr>
            <a:lvl3pPr marL="987552" indent="0" algn="ctr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3pPr>
            <a:lvl4pPr marL="1444752" indent="0" algn="ctr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901952" indent="0" algn="ctr">
              <a:buNone/>
              <a:defRPr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844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8/2/2026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/>
              <a:t>Second level</a:t>
            </a:r>
          </a:p>
          <a:p>
            <a:pPr marL="0" lvl="2" indent="0" algn="ctr">
              <a:buNone/>
            </a:pPr>
            <a:r>
              <a:rPr lang="en-US" noProof="0"/>
              <a:t>Third level</a:t>
            </a:r>
          </a:p>
          <a:p>
            <a:pPr marL="0" lvl="3" indent="0" algn="ctr">
              <a:buNone/>
            </a:pPr>
            <a:r>
              <a:rPr lang="en-US" noProof="0"/>
              <a:t>Fourth level</a:t>
            </a:r>
          </a:p>
          <a:p>
            <a:pPr marL="0" lvl="4" indent="0" algn="ctr">
              <a:buNone/>
            </a:pPr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, TItl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30D42-50DC-4502-A3E8-251FE7F0809D}"/>
              </a:ext>
            </a:extLst>
          </p:cNvPr>
          <p:cNvSpPr/>
          <p:nvPr userDrawn="1"/>
        </p:nvSpPr>
        <p:spPr>
          <a:xfrm>
            <a:off x="507591" y="5289755"/>
            <a:ext cx="5270049" cy="1012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3"/>
              </a:solidFill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4732985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8/2/2026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BDA3A4D-2561-4EEB-8787-E1A6525657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6245" y="668595"/>
            <a:ext cx="4646651" cy="4198373"/>
          </a:xfrm>
          <a:prstGeom prst="snip2DiagRect">
            <a:avLst>
              <a:gd name="adj1" fmla="val 0"/>
              <a:gd name="adj2" fmla="val 10300"/>
            </a:avLst>
          </a:prstGeom>
          <a:ln w="38100"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BB32A6B-92AA-4208-9120-FFC166CE75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275" y="5352418"/>
            <a:ext cx="5148000" cy="900000"/>
          </a:xfrm>
          <a:solidFill>
            <a:schemeClr val="bg2"/>
          </a:solidFill>
          <a:effectLst>
            <a:innerShdw blurRad="114300">
              <a:prstClr val="black">
                <a:alpha val="34000"/>
              </a:prstClr>
            </a:innerShdw>
          </a:effectLst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1pPr>
            <a:lvl2pPr marL="530352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2pPr>
            <a:lvl3pPr marL="987552" indent="0" algn="ctr"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</a:defRPr>
            </a:lvl3pPr>
            <a:lvl4pPr marL="1444752" indent="0" algn="ctr"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</a:defRPr>
            </a:lvl4pPr>
            <a:lvl5pPr marL="1901952" indent="0" algn="ctr"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82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8/2/2026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blackWhite">
      <p:bgPr>
        <a:gradFill flip="none" rotWithShape="1">
          <a:gsLst>
            <a:gs pos="0">
              <a:schemeClr val="bg2">
                <a:lumMod val="50000"/>
              </a:schemeClr>
            </a:gs>
            <a:gs pos="33000">
              <a:schemeClr val="bg2"/>
            </a:gs>
            <a:gs pos="66000">
              <a:schemeClr val="bg2">
                <a:lumMod val="75000"/>
              </a:schemeClr>
            </a:gs>
            <a:gs pos="97000">
              <a:schemeClr val="bg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9214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88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007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254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D1631-6749-4027-9415-B72D163BB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0471" y="2297695"/>
            <a:ext cx="9071059" cy="2767600"/>
          </a:xfr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6103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014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Side bar">
            <a:extLst>
              <a:ext uri="{FF2B5EF4-FFF2-40B4-BE49-F238E27FC236}">
                <a16:creationId xmlns:a16="http://schemas.microsoft.com/office/drawing/2014/main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8/2/2026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630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8" r:id="rId4"/>
    <p:sldLayoutId id="2147483671" r:id="rId5"/>
    <p:sldLayoutId id="2147483669" r:id="rId6"/>
    <p:sldLayoutId id="2147483672" r:id="rId7"/>
    <p:sldLayoutId id="2147483663" r:id="rId8"/>
    <p:sldLayoutId id="2147483664" r:id="rId9"/>
    <p:sldLayoutId id="2147483665" r:id="rId10"/>
    <p:sldLayoutId id="2147483666" r:id="rId11"/>
    <p:sldLayoutId id="2147483673" r:id="rId12"/>
    <p:sldLayoutId id="2147483667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Arial" panose="020B0604020202020204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732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4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304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7876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187702" indent="-28575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DC842-2DF4-46F3-AEC5-E38386DA68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8C978-E1BE-3A79-B6A5-6EDCEA48E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3C01-C22D-FCCA-D1DE-6E8747D3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FBB5-D948-FB12-D94B-BE5779DCF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12A63-2993-5832-C548-7DB0B69D4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7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0E79-7F3E-A5CA-BC96-A37CF2B2C4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BACB-E9BE-106C-1574-D105943E5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187CF-C24B-30A4-B816-4DF3E7E1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6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6362-DC8C-F0EA-B0E1-7736FF6C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422F5-6E2B-596B-52C4-0528F1A99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A46F5A-E7C8-0C0C-878E-9B1C727DE4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9772E0-B8B0-6FB9-A159-78A2750DE97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8C6BB6-8F06-B094-C0F6-C3BA26CCA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0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9504-79D0-5453-0500-37B397AFF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2BAA8-9B06-515E-96FF-DC1EB77278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4EFDCE-A071-7AB4-1C25-180E3E700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4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3BFF-5D4C-326B-9DE7-4B57E038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C7798-2752-475B-A70C-1B79B7FE5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B9E52-7813-0C26-BF48-C683D540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7DF3E-7F8A-0E37-7D35-B441342B6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1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C218-5019-5C8A-5BE8-BC012F89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88912-B908-B6B3-0776-BA56944F8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8F611A3-FA85-C5C3-899E-07AF88F6817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868CEC-0744-E99C-6F88-45BDC6A47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2001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ustom 2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76923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9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874644_win32_fixed" id="{558D5976-FB30-4A95-BB80-CA116B0EB176}" vid="{E687FBBE-46FC-480B-AF08-1C12C660A1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FC2BBCC-A5B7-4DDE-8795-98160FD34D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BF0FE3-3D8D-448F-9BC3-1FD016A859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E2FB8F-FBDB-405A-A6AC-9CF7C85919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Trading cards</Template>
  <TotalTime>119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Franklin Gothic Book</vt:lpstr>
      <vt:lpstr>Impact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Chiluveru Srija</dc:creator>
  <cp:lastModifiedBy>Chiluveru Srija</cp:lastModifiedBy>
  <cp:revision>1</cp:revision>
  <dcterms:created xsi:type="dcterms:W3CDTF">2026-07-30T17:40:01Z</dcterms:created>
  <dcterms:modified xsi:type="dcterms:W3CDTF">2026-08-02T08:12:10Z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